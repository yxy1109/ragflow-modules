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3" r:id="rId7"/>
    <p:sldId id="26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49935" y="269875"/>
            <a:ext cx="9918065" cy="588645"/>
          </a:xfrm>
        </p:spPr>
        <p:txBody>
          <a:bodyPr>
            <a:normAutofit/>
          </a:bodyPr>
          <a:p>
            <a:r>
              <a:rPr lang="zh-CN" altLang="en-US" sz="1800"/>
              <a:t>首先使用</a:t>
            </a:r>
            <a:r>
              <a:rPr lang="en-US" altLang="zh-CN" sz="1800"/>
              <a:t>BT</a:t>
            </a:r>
            <a:r>
              <a:rPr lang="zh-CN" altLang="en-US" sz="1800"/>
              <a:t>浏览器打开网址</a:t>
            </a:r>
            <a:r>
              <a:rPr lang="en-US" altLang="zh-CN" sz="1800"/>
              <a:t> https://www.usphonebook.com/ </a:t>
            </a:r>
            <a:r>
              <a:rPr lang="zh-CN" altLang="en-US" sz="1800"/>
              <a:t>进入此界面</a:t>
            </a:r>
            <a:endParaRPr lang="zh-CN" altLang="en-US" sz="18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700" y="1405255"/>
            <a:ext cx="4812665" cy="3852545"/>
          </a:xfrm>
          <a:prstGeom prst="rect">
            <a:avLst/>
          </a:prstGeom>
        </p:spPr>
      </p:pic>
      <p:pic>
        <p:nvPicPr>
          <p:cNvPr id="5" name="内容占位符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465" y="1385570"/>
            <a:ext cx="4233545" cy="37674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4975" y="107315"/>
            <a:ext cx="11386820" cy="729615"/>
          </a:xfrm>
        </p:spPr>
        <p:txBody>
          <a:bodyPr>
            <a:normAutofit fontScale="90000"/>
          </a:bodyPr>
          <a:p>
            <a:r>
              <a:rPr lang="zh-CN" altLang="en-US" sz="2220"/>
              <a:t>在</a:t>
            </a:r>
            <a:r>
              <a:rPr lang="en-US" altLang="zh-CN" sz="2220"/>
              <a:t>BT</a:t>
            </a:r>
            <a:r>
              <a:rPr lang="zh-CN" altLang="en-US" sz="2220"/>
              <a:t>浏览器打开网址</a:t>
            </a:r>
            <a:r>
              <a:rPr lang="en-US" altLang="zh-CN" sz="2220"/>
              <a:t>https://www.zillow.com/ </a:t>
            </a:r>
            <a:r>
              <a:rPr lang="zh-CN" altLang="en-US" sz="2220"/>
              <a:t>进入此页面，在搜索框输入一个地区地址。查询到当前地区的房屋出售情况，选着待售或售出，设置房产价格。</a:t>
            </a:r>
            <a:endParaRPr lang="zh-CN" altLang="en-US" sz="2220"/>
          </a:p>
        </p:txBody>
      </p:sp>
      <p:sp>
        <p:nvSpPr>
          <p:cNvPr id="3" name="内容占位符 2"/>
          <p:cNvSpPr/>
          <p:nvPr>
            <p:ph idx="1"/>
          </p:nvPr>
        </p:nvSpPr>
        <p:spPr>
          <a:xfrm>
            <a:off x="208915" y="1535430"/>
            <a:ext cx="11805920" cy="5060315"/>
          </a:xfrm>
        </p:spPr>
        <p:txBody>
          <a:bodyPr/>
          <a:p>
            <a:pPr marL="0" indent="0">
              <a:buNone/>
            </a:pPr>
            <a:r>
              <a:rPr lang="en-US" altLang="zh-CN"/>
              <a:t>                                      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15" y="998855"/>
            <a:ext cx="6215380" cy="57473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295" y="1188720"/>
            <a:ext cx="5590540" cy="5557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9185"/>
          </a:xfrm>
        </p:spPr>
        <p:txBody>
          <a:bodyPr/>
          <a:p>
            <a:r>
              <a:rPr lang="zh-CN" altLang="en-US" sz="2000"/>
              <a:t>选着目标房产，将具体地址复制进对于位置进行搜索</a:t>
            </a:r>
            <a:endParaRPr lang="zh-CN" altLang="en-US" sz="2000"/>
          </a:p>
        </p:txBody>
      </p:sp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05840" y="1825625"/>
            <a:ext cx="946975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000"/>
              <a:t>进入搜索页面后可以看见当前房屋是否出售。</a:t>
            </a:r>
            <a:endParaRPr lang="zh-CN" altLang="en-US" sz="20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51860" y="1825625"/>
            <a:ext cx="528701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000"/>
              <a:t>往下滑动，可以看见房产当前住户，或者以前在此房产住过的人，点击查看报告可以看见当前用户的一些具体信息。最好选择合适的年龄段群体</a:t>
            </a:r>
            <a:endParaRPr lang="zh-CN" altLang="en-US" sz="2000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79545" y="1825625"/>
            <a:ext cx="4231640" cy="43516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01685" y="10013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0905"/>
          </a:xfrm>
        </p:spPr>
        <p:txBody>
          <a:bodyPr>
            <a:normAutofit fontScale="90000"/>
          </a:bodyPr>
          <a:p>
            <a:r>
              <a:rPr lang="zh-CN" altLang="en-US" sz="2000"/>
              <a:t>在此可以看见用户的当前住址什么时候开始住在这里的时间，以前的居住地和具体时间。也可以查询到用户当前手机号码和以前使用过的号码。往下有一些具体信息用户当前工作和场所</a:t>
            </a:r>
            <a:r>
              <a:rPr lang="en-US" altLang="zh-CN" sz="2000"/>
              <a:t>.   </a:t>
            </a:r>
            <a:r>
              <a:rPr lang="zh-CN" altLang="en-US" sz="2000"/>
              <a:t>选择自己想要的信息进行保存手机号码、住址、年龄、工作等</a:t>
            </a:r>
            <a:endParaRPr lang="en-US" altLang="zh-CN" sz="2000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691640"/>
            <a:ext cx="4046220" cy="43516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060" y="1691640"/>
            <a:ext cx="5226685" cy="51669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935" y="1691640"/>
            <a:ext cx="3441065" cy="51676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</Words>
  <Application>WPS 演示</Application>
  <PresentationFormat>宽屏</PresentationFormat>
  <Paragraphs>14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首先使用BT浏览器打开网址 https://www.usphonebook.com/ 进入此界面</vt:lpstr>
      <vt:lpstr>在BT浏览器打开网址https://www.zillow.com/ 进入此页面，在搜索框输入一个地区地址。查询到当前地区的房屋出售情况，选着待售或售出，设置房产价格。</vt:lpstr>
      <vt:lpstr>选着目标房产，将具体地址复制进对于位置进行搜索</vt:lpstr>
      <vt:lpstr>进入搜索页面后可以看见当前房屋是否出售。</vt:lpstr>
      <vt:lpstr>往下滑动，可以看见房产当前住户，或者以前在此房产住过的人，点击查看报告可以看见当前用户的一些具体信息。最好选择合适的年龄段群体</vt:lpstr>
      <vt:lpstr>在此可以看见用户的当前住址什么时候开始住在这里的时间，以前的居住地和具体时间。也可以查询到用户当前手机号码和以前使用过的号码。往下有一些具体信息用户当前工作和场所.   选择自己想要的信息进行保存手机号码、住址、年龄、工作等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杨勋宇</cp:lastModifiedBy>
  <cp:revision>6</cp:revision>
  <dcterms:created xsi:type="dcterms:W3CDTF">2023-08-09T12:44:00Z</dcterms:created>
  <dcterms:modified xsi:type="dcterms:W3CDTF">2025-11-24T12:26:48Z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EE15C99D63514EAF8E23E66F73B83080_13</vt:lpwstr>
  </property>
</Properties>
</file>